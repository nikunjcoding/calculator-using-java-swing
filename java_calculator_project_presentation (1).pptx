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3" r:id="rId1"/>
  </p:sldMasterIdLst>
  <p:sldIdLst>
    <p:sldId id="268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9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2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0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4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41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5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76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6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3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44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263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93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9365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53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29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9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  <p:sldLayoutId id="2147483924" r:id="rId11"/>
    <p:sldLayoutId id="2147483925" r:id="rId12"/>
    <p:sldLayoutId id="2147483926" r:id="rId13"/>
    <p:sldLayoutId id="2147483927" r:id="rId14"/>
    <p:sldLayoutId id="2147483928" r:id="rId15"/>
    <p:sldLayoutId id="21474839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F4B03-88C1-81D9-14C4-7C3322C27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481" y="471948"/>
            <a:ext cx="2464081" cy="23626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EB1B28F-1486-007E-BFA5-1ACB25DC1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759" y="3268980"/>
            <a:ext cx="2804161" cy="754381"/>
          </a:xfrm>
        </p:spPr>
        <p:txBody>
          <a:bodyPr>
            <a:normAutofit/>
          </a:bodyPr>
          <a:lstStyle/>
          <a:p>
            <a:r>
              <a:rPr lang="en-US" dirty="0"/>
              <a:t>REPRESENTED BY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CC9C80-B224-2A55-9BFB-5F234E50E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97579" y="4290060"/>
            <a:ext cx="3459733" cy="1751302"/>
          </a:xfrm>
        </p:spPr>
        <p:txBody>
          <a:bodyPr>
            <a:normAutofit/>
          </a:bodyPr>
          <a:lstStyle/>
          <a:p>
            <a:r>
              <a:rPr lang="en-US" dirty="0"/>
              <a:t>Name : Nikunj Kumar</a:t>
            </a:r>
          </a:p>
          <a:p>
            <a:r>
              <a:rPr lang="en-US" dirty="0"/>
              <a:t>Branch : Computer Science and Engineering</a:t>
            </a:r>
          </a:p>
          <a:p>
            <a:r>
              <a:rPr lang="en-US" dirty="0"/>
              <a:t>Registration No. : 24105141052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416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calculator is a software application used to perform mathematical calculations.</a:t>
            </a:r>
          </a:p>
          <a:p>
            <a:r>
              <a:rPr dirty="0"/>
              <a:t>This project is developed using Java Swing to create a graphical user interface that allows users to perform different arithmetic operations easily.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Develop a GUI calculator using Java</a:t>
            </a:r>
          </a:p>
          <a:p>
            <a:r>
              <a:rPr dirty="0"/>
              <a:t> Perform basic arithmetic operations</a:t>
            </a:r>
          </a:p>
          <a:p>
            <a:r>
              <a:rPr dirty="0"/>
              <a:t>Understand event handling in Java Swing</a:t>
            </a:r>
          </a:p>
          <a:p>
            <a:r>
              <a:rPr dirty="0"/>
              <a:t> Implement additional features like currency 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Java Programming Language</a:t>
            </a:r>
          </a:p>
          <a:p>
            <a:r>
              <a:rPr dirty="0"/>
              <a:t>Java Swing (GUI Library)</a:t>
            </a:r>
          </a:p>
          <a:p>
            <a:r>
              <a:rPr dirty="0"/>
              <a:t> AWT Event Handling</a:t>
            </a:r>
          </a:p>
          <a:p>
            <a:r>
              <a:rPr dirty="0"/>
              <a:t> Object Oriented Programming (OOP)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Features of the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Addition (+)</a:t>
            </a:r>
          </a:p>
          <a:p>
            <a:r>
              <a:rPr dirty="0"/>
              <a:t> Subtraction (−)</a:t>
            </a:r>
          </a:p>
          <a:p>
            <a:r>
              <a:rPr dirty="0"/>
              <a:t> Multiplication (×)</a:t>
            </a:r>
          </a:p>
          <a:p>
            <a:r>
              <a:rPr dirty="0"/>
              <a:t>Division (÷)</a:t>
            </a:r>
          </a:p>
          <a:p>
            <a:r>
              <a:rPr dirty="0"/>
              <a:t> Percentage (%)</a:t>
            </a:r>
          </a:p>
          <a:p>
            <a:r>
              <a:rPr dirty="0"/>
              <a:t> Square, Square Root</a:t>
            </a:r>
          </a:p>
          <a:p>
            <a:r>
              <a:rPr dirty="0"/>
              <a:t> Reciprocal (1/x)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noProof="0" dirty="0"/>
              <a:t>Program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noProof="0" dirty="0"/>
              <a:t>double calculate(double a, double b, String op) {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switch(op) {</a:t>
            </a:r>
          </a:p>
          <a:p>
            <a:pPr marL="0" indent="0">
              <a:buNone/>
            </a:pPr>
            <a:r>
              <a:rPr lang="en-US" noProof="0" dirty="0"/>
              <a:t>        case "+": return a + b;</a:t>
            </a:r>
          </a:p>
          <a:p>
            <a:pPr marL="0" indent="0">
              <a:buNone/>
            </a:pPr>
            <a:r>
              <a:rPr lang="en-US" noProof="0" dirty="0"/>
              <a:t>        case "-": return a - b;</a:t>
            </a:r>
          </a:p>
          <a:p>
            <a:pPr marL="0" indent="0">
              <a:buNone/>
            </a:pPr>
            <a:r>
              <a:rPr lang="en-US" noProof="0" dirty="0"/>
              <a:t>        case "*": return a * b;</a:t>
            </a:r>
          </a:p>
          <a:p>
            <a:pPr marL="0" indent="0">
              <a:buNone/>
            </a:pPr>
            <a:r>
              <a:rPr lang="en-US" noProof="0" dirty="0"/>
              <a:t>        case "/": return (b != 0) ? a / b : 0;</a:t>
            </a:r>
          </a:p>
          <a:p>
            <a:pPr marL="0" indent="0">
              <a:buNone/>
            </a:pPr>
            <a:r>
              <a:rPr lang="en-US" noProof="0" dirty="0"/>
              <a:t>        double square(double x){ return x * x; }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   double sqrt(double x){ return </a:t>
            </a:r>
            <a:r>
              <a:rPr lang="en-US" noProof="0" dirty="0" err="1"/>
              <a:t>Math.sqrt</a:t>
            </a:r>
            <a:r>
              <a:rPr lang="en-US" noProof="0" dirty="0"/>
              <a:t>(x); }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   double percentage(double x){ return x / 100; }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   double reciprocal(double x){ return 1 / x; }</a:t>
            </a:r>
          </a:p>
          <a:p>
            <a:pPr marL="0" indent="0">
              <a:buNone/>
            </a:pPr>
            <a:r>
              <a:rPr lang="en-US" noProof="0" dirty="0"/>
              <a:t>    }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noProof="0" dirty="0"/>
              <a:t>       return 0;</a:t>
            </a:r>
          </a:p>
          <a:p>
            <a:pPr marL="0" indent="0">
              <a:buNone/>
            </a:pPr>
            <a:r>
              <a:rPr lang="en-US" noProof="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Working of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Start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Enter Number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Select Operator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Enter Second Number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Press "="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Perform Calculation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Display Result</a:t>
            </a:r>
          </a:p>
          <a:p>
            <a:pPr marL="0" indent="0">
              <a:buNone/>
            </a:pPr>
            <a:r>
              <a:rPr lang="en-IN" dirty="0"/>
              <a:t>↓</a:t>
            </a:r>
          </a:p>
          <a:p>
            <a:pPr marL="0" indent="0">
              <a:buNone/>
            </a:pPr>
            <a:r>
              <a:rPr lang="en-IN" dirty="0"/>
              <a:t>End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Calculator Interface (GUI)</a:t>
            </a:r>
            <a:endParaRPr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D68DBE-6A28-D2CC-92D7-6A639B36F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8240" y="2160588"/>
            <a:ext cx="2971132" cy="38814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 Project 1">
            <a:hlinkClick r:id="" action="ppaction://media"/>
            <a:extLst>
              <a:ext uri="{FF2B5EF4-FFF2-40B4-BE49-F238E27FC236}">
                <a16:creationId xmlns:a16="http://schemas.microsoft.com/office/drawing/2014/main" id="{EF75019F-CD9C-A60E-8218-02806FB831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857250"/>
            <a:ext cx="9144000" cy="6000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043A94-F3CC-9002-C401-052DAD9DE528}"/>
              </a:ext>
            </a:extLst>
          </p:cNvPr>
          <p:cNvSpPr txBox="1"/>
          <p:nvPr/>
        </p:nvSpPr>
        <p:spPr>
          <a:xfrm>
            <a:off x="403124" y="257786"/>
            <a:ext cx="2054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4927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83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Easy to use interface</a:t>
            </a:r>
          </a:p>
          <a:p>
            <a:r>
              <a:rPr dirty="0"/>
              <a:t> Fast calculations</a:t>
            </a:r>
          </a:p>
          <a:p>
            <a:r>
              <a:rPr dirty="0"/>
              <a:t>Multiple operations available</a:t>
            </a:r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Java Calculator project demonstrates the use of Java Swing for GUI development and event handling to perform mathematical operations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136</TotalTime>
  <Words>323</Words>
  <Application>Microsoft Office PowerPoint</Application>
  <PresentationFormat>On-screen Show (4:3)</PresentationFormat>
  <Paragraphs>69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REPRESENTED BY</vt:lpstr>
      <vt:lpstr>Introduction</vt:lpstr>
      <vt:lpstr>Objectives</vt:lpstr>
      <vt:lpstr>Technologies Used</vt:lpstr>
      <vt:lpstr>Features of the Calculator</vt:lpstr>
      <vt:lpstr>Program Logic</vt:lpstr>
      <vt:lpstr>Working of the Program</vt:lpstr>
      <vt:lpstr>Calculator Interface (GUI)</vt:lpstr>
      <vt:lpstr>PowerPoint Presentation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NIKUNJ KUMAR</dc:creator>
  <cp:keywords/>
  <dc:description>generated using python-pptx</dc:description>
  <cp:lastModifiedBy>NIKUNJ KUMAR</cp:lastModifiedBy>
  <cp:revision>20</cp:revision>
  <dcterms:created xsi:type="dcterms:W3CDTF">2013-01-27T09:14:16Z</dcterms:created>
  <dcterms:modified xsi:type="dcterms:W3CDTF">2026-03-16T06:20:07Z</dcterms:modified>
  <cp:category/>
</cp:coreProperties>
</file>